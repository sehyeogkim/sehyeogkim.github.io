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2" r:id="rId3"/>
    <p:sldId id="264" r:id="rId4"/>
    <p:sldId id="261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8"/>
    <p:restoredTop sz="87279"/>
  </p:normalViewPr>
  <p:slideViewPr>
    <p:cSldViewPr snapToGrid="0">
      <p:cViewPr varScale="1">
        <p:scale>
          <a:sx n="111" d="100"/>
          <a:sy n="111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09C9A-4113-7E47-A8D1-1B45E3A16B62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BFECD-53EA-7F48-8F80-92E144CD3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4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BFECD-53EA-7F48-8F80-92E144CD30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88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D1C6-359A-9DAD-9D96-3163C4575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A78B2-AE2B-CF54-DA51-B37505DF3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B3FDB-B222-79CA-E069-6B4DD9EB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9361-5011-74FC-16AD-99ED1EFD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AFA5C-A688-72F0-9049-7D15E8F4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4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598D-D969-51BD-4E6A-A3493E8D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E5F3B-02AC-4EC9-74A0-AFE486F25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2506F-53B5-B9B4-2F84-5B2686D3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248E5-2197-E1DF-C1BA-708E4A79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1D695-2575-2031-E41F-20E59284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2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16FE-37E6-AD0A-872F-989604DE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7E8EB-A063-56E2-20A8-58D022E79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25E2D-3CC0-C519-D394-89CBC3BA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642A4-AF37-BD74-5D35-AAA8EB32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2C0F9-25E1-11A2-BBA3-2ABC3999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6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40BB-780E-0B0B-6A8F-D7DB90D1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825A-F2A7-5DE1-5145-8FFDC7134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11C94-F3B9-510B-B7BE-D001B7E7B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A4268-4AE0-FCD8-30F3-4867D9C6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F3E34-136C-1AA7-30AA-DCF17C05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E2C07-E5E2-DCA1-690E-680A4FF5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0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5F37-51A9-C0BC-2553-9B4E3B23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35D40-FB58-0588-5FA3-BF92E8C7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36A6B-7BFC-BC34-C6E4-F404A3DB4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4F7546-E9F3-60BB-845A-23C7CD658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050C1-74D3-8DE5-5250-9EB3D73B7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A5AF-0636-524E-A621-FA297FAB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23DBE-06C5-55AC-3F2A-73FD5F09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40C8C-B2E1-01FF-C74A-354EFD14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2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3EE5-A8D0-5557-F6C8-27D0E59D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906D4-9F3B-69FF-384A-839334E4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0F29B-E53B-C5A6-506A-D2175D54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B9E65-8CAB-B44B-3815-EF33F6C3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79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C4A15-CC79-F5AB-FE82-4BB70045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2BA9D-D970-5A6D-F9A7-D64E569D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6C881-369F-3410-3517-7C5659EA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9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2082-2F8D-F95F-1157-59787641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89AA-1452-181E-21A1-FC4F4D228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FEF2D-D275-97EE-B43E-5B2DF56BF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15956-1B8C-A072-ECB1-5AE8D99C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44823-C34A-51AA-6FDB-79B373D5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43086-6ACD-330A-83FE-C5C3D9E5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7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99F2-1957-3E57-5BCE-B4D66714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6FE65-71A3-74F7-9177-7303097C9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A0953-FE61-9004-E826-E821D4334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7EEE5-AF33-7B4E-4C36-2753DA7C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E1022-F709-B9DC-D27B-B17FC596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4F59C-0552-B3C0-3D01-9E47A741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6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607E-6A3A-CB0C-526E-F6EE86D9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B808C-5E72-1EDD-064F-6DA18D744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457E-B82F-FADB-FE61-C67752AA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8E76E-720C-A93A-2C4F-7D33BAD3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9BA80-6B50-1F85-2D93-A24E8F1C2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9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54EDE-B9A5-9FE9-CCB2-E41F5E57D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0B708-F21A-22FA-A6D1-BEA23884E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27FA1-923D-4DCE-8C47-A29F3AFB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E9EA-8A40-153D-C62E-07F069C2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DF9C4-653E-05D6-3247-E16FAAA0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3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29452-CFBB-8B23-B5D3-647BC192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46BC8-B6AA-ED72-3AD5-A499C3ACD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19841-1990-3F95-C932-1FD563E49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84BC7-2313-BF40-91A2-C16DD6C8015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0E6C4-367D-D39E-DEE4-11D4EFCE0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39C12-659E-4FC3-CDFA-C73DF12C2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FA9CA-ADB0-374D-A6C7-E924108EB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0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8820C06-37FA-E942-EFF8-0F60F199B66A}"/>
              </a:ext>
            </a:extLst>
          </p:cNvPr>
          <p:cNvGrpSpPr/>
          <p:nvPr/>
        </p:nvGrpSpPr>
        <p:grpSpPr>
          <a:xfrm>
            <a:off x="1063188" y="2294681"/>
            <a:ext cx="10065624" cy="2738010"/>
            <a:chOff x="1137906" y="2283106"/>
            <a:chExt cx="10065624" cy="273801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41236A0-EF10-89AB-07B7-AE4533ED2B33}"/>
                </a:ext>
              </a:extLst>
            </p:cNvPr>
            <p:cNvSpPr/>
            <p:nvPr/>
          </p:nvSpPr>
          <p:spPr>
            <a:xfrm>
              <a:off x="3445397" y="2283106"/>
              <a:ext cx="5301205" cy="2291787"/>
            </a:xfrm>
            <a:prstGeom prst="roundRect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6" descr="Grok 그록 AI 사이트">
              <a:extLst>
                <a:ext uri="{FF2B5EF4-FFF2-40B4-BE49-F238E27FC236}">
                  <a16:creationId xmlns:a16="http://schemas.microsoft.com/office/drawing/2014/main" id="{68B9275D-624E-14EE-6D87-3E06DC7526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704928" y="3276983"/>
              <a:ext cx="1194141" cy="809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오픈AI 이어 경쟁사 앤스로픽도 한국에 사무소 연다">
              <a:extLst>
                <a:ext uri="{FF2B5EF4-FFF2-40B4-BE49-F238E27FC236}">
                  <a16:creationId xmlns:a16="http://schemas.microsoft.com/office/drawing/2014/main" id="{87C40468-FADC-F61C-D47D-A5AFFDDF41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682" b="26530"/>
            <a:stretch>
              <a:fillRect/>
            </a:stretch>
          </p:blipFill>
          <p:spPr bwMode="auto">
            <a:xfrm>
              <a:off x="6272035" y="2538897"/>
              <a:ext cx="2036209" cy="7060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oogle's Gemini seeks edge in AI for online shopping - Maaal">
              <a:extLst>
                <a:ext uri="{FF2B5EF4-FFF2-40B4-BE49-F238E27FC236}">
                  <a16:creationId xmlns:a16="http://schemas.microsoft.com/office/drawing/2014/main" id="{2D9B298C-EA24-5A82-C17D-5D4768DD4F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631770" y="3349576"/>
              <a:ext cx="1915635" cy="1072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OpenAI (r170 판) - 나무위키">
              <a:extLst>
                <a:ext uri="{FF2B5EF4-FFF2-40B4-BE49-F238E27FC236}">
                  <a16:creationId xmlns:a16="http://schemas.microsoft.com/office/drawing/2014/main" id="{03C44676-9E49-1D41-60B2-FF40E97BC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668719" y="2645542"/>
              <a:ext cx="2036209" cy="5514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Qwen">
              <a:extLst>
                <a:ext uri="{FF2B5EF4-FFF2-40B4-BE49-F238E27FC236}">
                  <a16:creationId xmlns:a16="http://schemas.microsoft.com/office/drawing/2014/main" id="{03F1ADE1-638F-1CB6-742B-3215226110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1920" y="4025254"/>
              <a:ext cx="1108171" cy="436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meta-llama-3.2-3b | AI Model Details">
              <a:extLst>
                <a:ext uri="{FF2B5EF4-FFF2-40B4-BE49-F238E27FC236}">
                  <a16:creationId xmlns:a16="http://schemas.microsoft.com/office/drawing/2014/main" id="{256E9892-0329-1732-A6E5-5ED21081E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0289" y="4025254"/>
              <a:ext cx="744103" cy="466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45E623-4BDD-CD08-9458-EC06A9C87FEB}"/>
                </a:ext>
              </a:extLst>
            </p:cNvPr>
            <p:cNvSpPr txBox="1"/>
            <p:nvPr/>
          </p:nvSpPr>
          <p:spPr>
            <a:xfrm>
              <a:off x="3778481" y="4621006"/>
              <a:ext cx="45188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Large Language Model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6F9008CE-2380-DAF4-ADEF-F3DF98AE13A7}"/>
                </a:ext>
              </a:extLst>
            </p:cNvPr>
            <p:cNvSpPr/>
            <p:nvPr/>
          </p:nvSpPr>
          <p:spPr>
            <a:xfrm>
              <a:off x="1257478" y="3197015"/>
              <a:ext cx="1896534" cy="490456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F822A3-C660-0383-C117-CB75038E788B}"/>
                </a:ext>
              </a:extLst>
            </p:cNvPr>
            <p:cNvSpPr txBox="1"/>
            <p:nvPr/>
          </p:nvSpPr>
          <p:spPr>
            <a:xfrm>
              <a:off x="1137906" y="2645542"/>
              <a:ext cx="19948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latin typeface="Arial" panose="020B0604020202020204" pitchFamily="34" charset="0"/>
                  <a:cs typeface="Arial" panose="020B0604020202020204" pitchFamily="34" charset="0"/>
                </a:rPr>
                <a:t>prompt</a:t>
              </a: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F0CB7685-E12C-E46D-E3BC-86A1767F74A6}"/>
                </a:ext>
              </a:extLst>
            </p:cNvPr>
            <p:cNvSpPr/>
            <p:nvPr/>
          </p:nvSpPr>
          <p:spPr>
            <a:xfrm>
              <a:off x="9176032" y="3197015"/>
              <a:ext cx="1896534" cy="490456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CE0699-EE22-D02F-123F-15E9A44258EF}"/>
                </a:ext>
              </a:extLst>
            </p:cNvPr>
            <p:cNvSpPr txBox="1"/>
            <p:nvPr/>
          </p:nvSpPr>
          <p:spPr>
            <a:xfrm>
              <a:off x="9045067" y="2630297"/>
              <a:ext cx="21584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latin typeface="Arial" panose="020B0604020202020204" pitchFamily="34" charset="0"/>
                  <a:cs typeface="Arial" panose="020B0604020202020204" pitchFamily="34" charset="0"/>
                </a:rPr>
                <a:t>response</a:t>
              </a:r>
            </a:p>
          </p:txBody>
        </p:sp>
      </p:grpSp>
      <p:pic>
        <p:nvPicPr>
          <p:cNvPr id="2058" name="Picture 10" descr="WashU Expert: How DeepSeek changes the AI industry - The Source - WashU">
            <a:extLst>
              <a:ext uri="{FF2B5EF4-FFF2-40B4-BE49-F238E27FC236}">
                <a16:creationId xmlns:a16="http://schemas.microsoft.com/office/drawing/2014/main" id="{C9670947-959F-88AD-C96E-D03C828BC1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60" b="27285"/>
          <a:stretch>
            <a:fillRect/>
          </a:stretch>
        </p:blipFill>
        <p:spPr bwMode="auto">
          <a:xfrm>
            <a:off x="6948611" y="3402281"/>
            <a:ext cx="1525351" cy="39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726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498A-E317-AEE4-3C02-3784F37BC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🦸🏻#7: 젠슨 황이 그리는, 'Agentic AI'에서 'Physical AI'로 가는 미래">
            <a:extLst>
              <a:ext uri="{FF2B5EF4-FFF2-40B4-BE49-F238E27FC236}">
                <a16:creationId xmlns:a16="http://schemas.microsoft.com/office/drawing/2014/main" id="{A7777A7E-B1D4-F3FF-7281-F6E7E0686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75" y="0"/>
            <a:ext cx="9721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3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What is Physical AI? | Encord">
            <a:extLst>
              <a:ext uri="{FF2B5EF4-FFF2-40B4-BE49-F238E27FC236}">
                <a16:creationId xmlns:a16="http://schemas.microsoft.com/office/drawing/2014/main" id="{0E518F2B-F673-A4A5-1590-1EA3C3EEB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5038"/>
            <a:ext cx="12192000" cy="498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75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4CB0A-D524-6C9B-AE5E-DC2A6CD1E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GI 시대와 인간의 미래 대표 이미지">
            <a:extLst>
              <a:ext uri="{FF2B5EF4-FFF2-40B4-BE49-F238E27FC236}">
                <a16:creationId xmlns:a16="http://schemas.microsoft.com/office/drawing/2014/main" id="{0DC0F6B6-FB16-F4C7-D68C-ADBB0C083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14"/>
          <a:stretch>
            <a:fillRect/>
          </a:stretch>
        </p:blipFill>
        <p:spPr bwMode="auto">
          <a:xfrm>
            <a:off x="3882570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5128" name="Freeform: Shape 5127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5129" name="Group 5128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5130" name="Group 5129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5134" name="Freeform: Shape 5133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35" name="Freeform: Shape 5134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131" name="Group 5130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5132" name="Freeform: Shape 5131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33" name="Freeform: Shape 5132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5192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CBD2C-21F9-0086-5E1D-FFF99028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F4E0DB8-B061-71F5-4DD3-88B99B685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0762" y="300805"/>
            <a:ext cx="5848124" cy="625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8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High-level cognitive architecture of Hiring Assistant">
            <a:extLst>
              <a:ext uri="{FF2B5EF4-FFF2-40B4-BE49-F238E27FC236}">
                <a16:creationId xmlns:a16="http://schemas.microsoft.com/office/drawing/2014/main" id="{4D98C4E4-856F-02D3-0DAC-E8F21BDD4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8849" y="1272539"/>
            <a:ext cx="6985151" cy="494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BED97F0E-8EA5-4669-54E6-ACD2D0435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272" y="912510"/>
            <a:ext cx="2062303" cy="7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</Words>
  <Application>Microsoft Macintosh PowerPoint</Application>
  <PresentationFormat>Widescreen</PresentationFormat>
  <Paragraphs>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김세혁</dc:creator>
  <cp:lastModifiedBy>김세혁</cp:lastModifiedBy>
  <cp:revision>3</cp:revision>
  <dcterms:created xsi:type="dcterms:W3CDTF">2026-02-23T06:40:07Z</dcterms:created>
  <dcterms:modified xsi:type="dcterms:W3CDTF">2026-02-23T07:57:58Z</dcterms:modified>
</cp:coreProperties>
</file>